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914400"/>
            <a:ext cx="3200400" cy="3200400"/>
          </a:xfrm>
          <a:prstGeom prst="ellipse">
            <a:avLst/>
          </a:prstGeom>
          <a:solidFill>
            <a:srgbClr val="3D1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Study Assistant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657600"/>
            <a:ext cx="39593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74903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78BFA"/>
                </a:solidFill>
              </a:rPr>
              <a:t>Technical Report  •  Version 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263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Alok K  |  React · Flask · Groq AI (LLaMA 3.3 70B)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54864" cy="5779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78BFA"/>
                </a:solidFill>
              </a:rPr>
              <a:t>Study Assistant AI  |  Technical Presentation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CCCCEE"/>
                </a:solidFill>
              </a:rPr>
              <a:t>  01  Project Overview &amp; Abstract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CCCCEE"/>
                </a:solidFill>
              </a:rPr>
              <a:t>  02  Problem Statement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CCCCEE"/>
                </a:solidFill>
              </a:rPr>
              <a:t>  03  Objectives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CCCCEE"/>
                </a:solidFill>
              </a:rPr>
              <a:t>  04  Technology Stack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CCCCEE"/>
                </a:solidFill>
              </a:rPr>
              <a:t>  05  System Architecture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CCCCEE"/>
                </a:solidFill>
              </a:rPr>
              <a:t>  06  Module Descriptions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CCCCEE"/>
                </a:solidFill>
              </a:rPr>
              <a:t>  07  API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CCCCEE"/>
                </a:solidFill>
              </a:rPr>
              <a:t>  08  AI Integration &amp; Prompt Engineering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CCCCEE"/>
                </a:solidFill>
              </a:rPr>
              <a:t>  09  Frontend Design &amp; UI/UX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CCCCEE"/>
                </a:solidFill>
              </a:rPr>
              <a:t>  10  Data Management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CCCCEE"/>
                </a:solidFill>
              </a:rPr>
              <a:t>  11  Security Considerations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CCCCEE"/>
                </a:solidFill>
              </a:rPr>
              <a:t>  12  Testing &amp; Verification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CCCCEE"/>
                </a:solidFill>
              </a:rPr>
              <a:t>  13  Deployment Guide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CCCCEE"/>
                </a:solidFill>
              </a:rPr>
              <a:t>  14  Future Enhancements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54864" cy="5779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78BFA"/>
                </a:solidFill>
              </a:rPr>
              <a:t>Study Assistant AI  |  Technical Presentation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EE"/>
                </a:solidFill>
              </a:rPr>
              <a:t>Study Assistant AI is a full-stack web application that integrates four intelligent study tools into a single, modern interface — empowering students to study smarter, not harder.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2743200" cy="3474720"/>
          </a:xfrm>
          <a:prstGeom prst="rect">
            <a:avLst/>
          </a:prstGeom>
          <a:solidFill>
            <a:srgbClr val="1E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78BFA"/>
                </a:solidFill>
              </a:rPr>
              <a:t>Notes
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EE"/>
                </a:solidFill>
              </a:rPr>
              <a:t>Full CRUD with subject organization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31720"/>
            <a:ext cx="27432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331720"/>
            <a:ext cx="2743200" cy="3474720"/>
          </a:xfrm>
          <a:prstGeom prst="rect">
            <a:avLst/>
          </a:prstGeom>
          <a:solidFill>
            <a:srgbClr val="1E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468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0175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78BFA"/>
                </a:solidFill>
              </a:rPr>
              <a:t>AI Flashcards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749039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EE"/>
                </a:solidFill>
              </a:rPr>
              <a:t>Auto-generate Q&amp;A from any 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331720"/>
            <a:ext cx="27432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331720"/>
            <a:ext cx="2743200" cy="3474720"/>
          </a:xfrm>
          <a:prstGeom prst="rect">
            <a:avLst/>
          </a:prstGeom>
          <a:solidFill>
            <a:srgbClr val="1E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468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175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78BFA"/>
                </a:solidFill>
              </a:rPr>
              <a:t>Dynamic Quizzes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749039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EE"/>
                </a:solidFill>
              </a:rPr>
              <a:t>Topic-based MCQs with auto-grading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331720"/>
            <a:ext cx="27432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2331720"/>
            <a:ext cx="2743200" cy="3474720"/>
          </a:xfrm>
          <a:prstGeom prst="rect">
            <a:avLst/>
          </a:prstGeom>
          <a:solidFill>
            <a:srgbClr val="1E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468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0175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78BFA"/>
                </a:solidFill>
              </a:rPr>
              <a:t>AI Chat Tutor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749039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EE"/>
                </a:solidFill>
              </a:rPr>
              <a:t>Real-time conversational learning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2331720"/>
            <a:ext cx="27432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54864" cy="5779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78BFA"/>
                </a:solidFill>
              </a:rPr>
              <a:t>Study Assistant AI  |  Technical Presentation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Why does this application exist?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11430000" cy="868680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D060"/>
                </a:solidFill>
              </a:rPr>
              <a:t>📚  Disorganized Materials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874519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EE"/>
                </a:solidFill>
              </a:rPr>
              <a:t>Notes scattered across multiple platforms with no central hub.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834640"/>
            <a:ext cx="11430000" cy="868680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D060"/>
                </a:solidFill>
              </a:rPr>
              <a:t>😴  Passive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8803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EE"/>
                </a:solidFill>
              </a:rPr>
              <a:t>Students read notes but never test active recall.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40480"/>
            <a:ext cx="11430000" cy="868680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86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D060"/>
                </a:solidFill>
              </a:rPr>
              <a:t>❓  No Instant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8862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EE"/>
                </a:solidFill>
              </a:rPr>
              <a:t>No quick way to verify understanding of a topic.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46320"/>
            <a:ext cx="11430000" cy="868680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92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D060"/>
                </a:solidFill>
              </a:rPr>
              <a:t>💰  Limited Tutoring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8920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EE"/>
                </a:solidFill>
              </a:rPr>
              <a:t>Human tutors are expensive and not always 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54864" cy="5779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78BFA"/>
                </a:solidFill>
              </a:rPr>
              <a:t>Study Assistant AI  |  Technical Presentation  |  March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Objective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Build a notes management system with CRUD operations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✅ Completed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Implement flashcard creation (manual + AI-generated)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✅ Completed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Create AI-powered quiz generation with auto-grading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✅ Completed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Integrate an AI chat tutor for Q&amp;A assistance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✅ Completed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Design a premium, responsive UI with dark mode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✅ Completed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Ensure lightweight deployment (no external DB)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✅ Completed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54864" cy="5779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78BFA"/>
                </a:solidFill>
              </a:rPr>
              <a:t>Study Assistant AI  |  Technical Presentation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78BFA"/>
                </a:solidFill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5303520" cy="621792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React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737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EE"/>
                </a:solidFill>
              </a:rPr>
              <a:t>UI Framework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77440"/>
            <a:ext cx="5303520" cy="621792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Vite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468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EE"/>
                </a:solidFill>
              </a:rPr>
              <a:t>Build Tool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108960"/>
            <a:ext cx="5303520" cy="621792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Ant Design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200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EE"/>
                </a:solidFill>
              </a:rPr>
              <a:t>UI Library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40480"/>
            <a:ext cx="5303520" cy="621792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React Router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931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EE"/>
                </a:solidFill>
              </a:rPr>
              <a:t>Routing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72000"/>
            <a:ext cx="5303520" cy="621792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Axios 1.13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663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EE"/>
                </a:solidFill>
              </a:rPr>
              <a:t>HTTP 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78BFA"/>
                </a:solidFill>
              </a:rPr>
              <a:t>Backend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645920"/>
            <a:ext cx="5760720" cy="621792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737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Python 3.8+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1737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EE"/>
                </a:solidFill>
              </a:rPr>
              <a:t>Language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377440"/>
            <a:ext cx="5760720" cy="621792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Flask 3.1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468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EE"/>
                </a:solidFill>
              </a:rPr>
              <a:t>Web Framework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108960"/>
            <a:ext cx="5760720" cy="621792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200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Flask-CORS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200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EE"/>
                </a:solidFill>
              </a:rPr>
              <a:t>CORS Handling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840480"/>
            <a:ext cx="5760720" cy="621792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931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OpenAI SDK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931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EE"/>
                </a:solidFill>
              </a:rPr>
              <a:t>AI Client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572000"/>
            <a:ext cx="5760720" cy="621792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4663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python-dotenv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663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EE"/>
                </a:solidFill>
              </a:rPr>
              <a:t>Env Vars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5943600"/>
            <a:ext cx="576072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0" y="596188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🤖  AI: Groq Cloud  •  LLaMA 3.3 70B Versatile  •  Free Tier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54864" cy="5779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78BFA"/>
                </a:solidFill>
              </a:rPr>
              <a:t>Study Assistant AI  |  Technical Presentation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EE"/>
                </a:solidFill>
              </a:rPr>
              <a:t>The application follows a 5-layer architecture with clear separation of concerns.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10972800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5623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56231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React + Vite SPA  (Port 5173)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3500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78BFA"/>
                </a:solidFill>
              </a:rPr>
              <a:t>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10972800" cy="56692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87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58775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Flask Route Blueprints  (Port 5000)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081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78BFA"/>
                </a:solidFill>
              </a:rPr>
              <a:t>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46120"/>
            <a:ext cx="10972800" cy="566928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192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31927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Business Logic, AI Orchestration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78BFA"/>
                </a:solidFill>
              </a:rPr>
              <a:t>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10972800" cy="566928"/>
          </a:xfrm>
          <a:prstGeom prst="rect">
            <a:avLst/>
          </a:prstGeom>
          <a:solidFill>
            <a:srgbClr val="3B1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5079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050791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JSON File Read/Write Utilities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544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78BFA"/>
                </a:solidFill>
              </a:rPr>
              <a:t>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09160"/>
            <a:ext cx="10972800" cy="566928"/>
          </a:xfrm>
          <a:prstGeom prst="rect">
            <a:avLst/>
          </a:prstGeom>
          <a:solidFill>
            <a:srgbClr val="2E1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823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External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78231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Groq AI API  (HTTPS / OpenAI SDK)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Module Descriptions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54864" cy="5779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78BFA"/>
                </a:solidFill>
              </a:rPr>
              <a:t>Study Assistant AI  |  Technical Presentation  | 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1430000" cy="1051560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20040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📝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EE"/>
                </a:solidFill>
              </a:rPr>
              <a:t>5 REST endpoints · UUID + timestamp management · Search-enabled CRUD 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60320"/>
            <a:ext cx="11430000" cy="1051560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60320"/>
            <a:ext cx="320040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🃏 Flashcards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EE"/>
                </a:solidFill>
              </a:rPr>
              <a:t>AI text→Q&amp;A generation · 3D flip card animation · JSON persistence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49039"/>
            <a:ext cx="11430000" cy="1051560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320040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404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🧩 Quiz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7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EE"/>
                </a:solidFill>
              </a:rPr>
              <a:t>AI MCQ generation · 4-option format · Auto-grading · Score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937760"/>
            <a:ext cx="11430000" cy="1051560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937760"/>
            <a:ext cx="320040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💬 Chat Tutor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EE"/>
                </a:solidFill>
              </a:rPr>
              <a:t>OpenAI-compatible chat · Study persona system prompt · Markdown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API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54864" cy="5779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78BFA"/>
                </a:solidFill>
              </a:rPr>
              <a:t>Study Assistant AI  |  Technical Presentation  |  March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/api/notes/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Get all notes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/api/notes/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Create a note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/api/flashcards/generate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AI-generate flashcards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/api/quiz/generate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Generate a quiz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/api/quiz/grade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Grade a quiz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/api/chat/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Chat with AI tutor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/api/health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Health check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760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78BFA"/>
                </a:solidFill>
              </a:rPr>
              <a:t>All endpoints return JSON  ·  Errors: { "error": "description" }  ·  Status codes: 200, 201, 400, 404, 500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AI Integration &amp; Prompt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54864" cy="5779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78BFA"/>
                </a:solidFill>
              </a:rPr>
              <a:t>Study Assistant AI  |  Technical Presentation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78BFA"/>
                </a:solidFill>
              </a:rPr>
              <a:t>Provider: Groq Cloud  •  Model: LLaMA 3.3 70B Versatile  •  OpenAI-compatible SDK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82880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Function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Temp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Output Format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generate_response()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Chat tutoring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0.7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Friendly study persona, markdown output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generate_flashcards_from_text()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Flashcard Q&amp;A pairs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JSON array [{question, answer}]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generate_quiz_questions()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MCQ generation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0.6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4 options, 0-based correct answer index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114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EE"/>
                </a:solidFill>
              </a:rPr>
              <a:t>Response Parsing: strip whitespace → remove ```json fences → json.loads()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Frontend Design &amp; UI/UX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54864" cy="5779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78BFA"/>
                </a:solidFill>
              </a:rPr>
              <a:t>Study Assistant AI  |  Technical Presentation  | 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1430000" cy="777240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474720" cy="777240"/>
          </a:xfrm>
          <a:prstGeom prst="rect">
            <a:avLst/>
          </a:prstGeom>
          <a:solidFill>
            <a:srgbClr val="2D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</a:rPr>
              <a:t>🎨 Color Palette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50876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EE"/>
                </a:solidFill>
              </a:rPr>
              <a:t>#12122a deep indigo base  +  #7c3aed vibrant purple primary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86000"/>
            <a:ext cx="11430000" cy="777240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86000"/>
            <a:ext cx="3474720" cy="777240"/>
          </a:xfrm>
          <a:prstGeom prst="rect">
            <a:avLst/>
          </a:prstGeom>
          <a:solidFill>
            <a:srgbClr val="2D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</a:rPr>
              <a:t>✍  Typography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2316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EE"/>
                </a:solidFill>
              </a:rPr>
              <a:t>Inter font family with system font fallbacks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00400"/>
            <a:ext cx="11430000" cy="777240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3474720" cy="777240"/>
          </a:xfrm>
          <a:prstGeom prst="rect">
            <a:avLst/>
          </a:prstGeom>
          <a:solidFill>
            <a:srgbClr val="2D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37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</a:rPr>
              <a:t>🪟 Glass Effects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33756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EE"/>
                </a:solidFill>
              </a:rPr>
              <a:t>Semi-transparent containers with CSS backdrop-filter blur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114800"/>
            <a:ext cx="11430000" cy="777240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114800"/>
            <a:ext cx="3474720" cy="777240"/>
          </a:xfrm>
          <a:prstGeom prst="rect">
            <a:avLst/>
          </a:prstGeom>
          <a:solidFill>
            <a:srgbClr val="2D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51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</a:rPr>
              <a:t>✨ Animations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25196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EE"/>
                </a:solidFill>
              </a:rPr>
              <a:t>Animated gradient background, smooth transitions, micro-interactions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029200"/>
            <a:ext cx="11430000" cy="777240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3474720" cy="777240"/>
          </a:xfrm>
          <a:prstGeom prst="rect">
            <a:avLst/>
          </a:prstGeom>
          <a:solidFill>
            <a:srgbClr val="2D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1663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</a:rPr>
              <a:t>📱 Responsive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16636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EE"/>
                </a:solidFill>
              </a:rPr>
              <a:t>Fully responsive layout across all screen sizes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 Management &amp;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54864" cy="5779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78BFA"/>
                </a:solidFill>
              </a:rPr>
              <a:t>Study Assistant AI  |  Technical Presentation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78BFA"/>
                </a:solidFill>
              </a:rPr>
              <a:t>Data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JSON file-based storage (no external DB)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notes.json  ·  flashcards.json  ·  quizzes.json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UUID identifiers + ISO-8601 timestamps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Zero setup — instantly portable &amp; human-readable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78BFA"/>
                </a:solidFill>
              </a:rP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API keys in .env (gitignored)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CORS restricted to localhost:5173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Input validation via schemas.py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Structured HTTP error responses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Python venv dependency isolation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97280"/>
            <a:ext cx="54864" cy="5029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Testing &amp;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54864" cy="5779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78BFA"/>
                </a:solidFill>
              </a:rPr>
              <a:t>Study Assistant AI  |  Technical Presentation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78BFA"/>
                </a:solidFill>
              </a:rPr>
              <a:t>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✅ Notes: CRUD verified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✅ Flashcards: Manual + AI generation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✅ Quiz: Generation + grading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✅ Chat: Multi-turn AI conversations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✅ UI/UX: Dark theme + responsiveness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🔧 API: curl / Postman / DevTools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78BFA"/>
                </a:solidFill>
              </a:rPr>
              <a:t>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1. Python 3.8+ &amp; Node.js 18+ installed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2. Get free Groq API key at console.groq.com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3. cd backend → pip install -r requirements.txt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4. Add GROQ_API_KEY to .env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5. python run.py  (Port 5000)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EE"/>
                </a:solidFill>
              </a:rPr>
              <a:t>▸  6. cd frontend → npm install → npm run dev  (Port 5173)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97280"/>
            <a:ext cx="54864" cy="5029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Future Enhancements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54864" cy="5779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78BFA"/>
                </a:solidFill>
              </a:rPr>
              <a:t>Study Assistant AI  |  Technical Presentation  |  March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🔐 High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User Authentication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JWT-based multi-user login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🗄  High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Database Migration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PostgreSQL / MongoDB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📄 Medium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File Upload &amp; OCR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PDF/image text extraction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🔁 Medium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Spaced Repetition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SM-2 flashcard scheduling</a:t>
                      </a:r>
                    </a:p>
                  </a:txBody>
                  <a:tcPr>
                    <a:solidFill>
                      <a:srgbClr val="1616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📱 Low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Mobile App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CCCEE"/>
                          </a:solidFill>
                        </a:rPr>
                        <a:t>React Native companion</a:t>
                      </a:r>
                    </a:p>
                  </a:txBody>
                  <a:tcPr>
                    <a:solidFill>
                      <a:srgbClr val="1E1E4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4480560"/>
            <a:ext cx="11430000" cy="1737360"/>
          </a:xfrm>
          <a:prstGeom prst="rect">
            <a:avLst/>
          </a:prstGeom>
          <a:solidFill>
            <a:srgbClr val="1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480560"/>
            <a:ext cx="73152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EE"/>
                </a:solidFill>
              </a:rPr>
              <a:t>Study Assistant AI successfully demonstrates how modern AI can be integrated into educational tools to create a powerful, personalized learning experience — combining React + Flask reliability with LLaMA 3.3 70B intelligence via Groq.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